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71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我需要一个关于2024年Q1销售业绩的汇报PPT，包含华北、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86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销售汇报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第1页内容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第2页内容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第3页内容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