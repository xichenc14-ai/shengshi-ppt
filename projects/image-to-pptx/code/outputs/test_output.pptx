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71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F2937"/>
                </a:solidFill>
              </a:defRPr>
            </a:pPr>
            <a:r>
              <a:t>测试标题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86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B7280"/>
                </a:solidFill>
              </a:defRPr>
            </a:pPr>
            <a:r>
              <a:t>测试副标题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第1页标题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要点A1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要点B1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要点C1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第2页标题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要点A2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要点B2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要点C2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第3页标题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要点A3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要点B3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要点C3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