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?><p:presentation xmlns:p="http://schemas.openxmlformats.org/presentationml/2006/main"><p:sldIdLst><p:sldId id="256" r:id="rId1"/><p:sldId id="257" r:id="rId2"/></p:sldIdLst></p:presentation>
</file>

<file path=ppt/_rels/presentation.xml.rels><?xml version="1.0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slide1.xml><?xml version="1.0" encoding="UTF-8"?>
<p:sld xmlns:p="http://schemas.openxmlformats.org/presentationml/2006/main">
  <p:cSld><p:spTree>
    <p:sp><p:txBody><p:ar><p:ab><a:t>省心PPT测试演示</a:t></p:ab></p:ar></p:txBody></p:sp>
  </p:spTree></p:cSld>
</p:sld>
</file>

<file path=ppt/slides/slide2.xml><?xml version="1.0" encoding="UTF-8"?>
<p:sld xmlns:p="http://schemas.openxmlformats.org/presentationml/2006/main">
  <p:cSld><p:spTree>
    <p:sp><p:txBody><p:ar><p:ab><a:t>第二页：功能介绍</a:t></p:ab></p:ar></p:txBody></p:sp>
    <p:sp><p:txBody><p:ar><p:ab><a:t>1. AI智能生成</a:t></p:ab></p:ar></p:txBody></p:sp>
    <p:sp><p:txBody><p:ar><p:ab><a:t>2. 多主题选择</a:t></p:ab></p:ar></p:txBody></p:sp>
  </p:spTree></p:cSld>
</p:sld>
</file>