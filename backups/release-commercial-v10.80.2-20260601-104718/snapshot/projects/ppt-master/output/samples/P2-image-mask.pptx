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6C5CE7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FD79A8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图片蒙版系统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Mask System — P2 功能演示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3566160"/>
            <a:ext cx="2743200" cy="36576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PPT-Master  ·  智能蒙版  ·  创意设计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6C5CE7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蒙版效果展示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0" y="182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 ·  Image Mask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0180" y="1188720"/>
            <a:ext cx="685800" cy="685800"/>
          </a:xfrm>
          <a:prstGeom prst="ellipse">
            <a:avLst/>
          </a:prstGeom>
          <a:solidFill>
            <a:srgbClr val="6C5CE7">
              <a:alpha val="85000"/>
            </a:srgbClr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圆形蒙版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Mask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29100" y="1188720"/>
            <a:ext cx="685800" cy="480060"/>
          </a:xfrm>
          <a:prstGeom prst="rect">
            <a:avLst/>
          </a:prstGeom>
          <a:solidFill>
            <a:srgbClr val="00CEC9">
              <a:alpha val="85000"/>
            </a:srgbClr>
          </a:solidFill>
          <a:ln w="25400">
            <a:solidFill>
              <a:srgbClr val="00CE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矩形蒙版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 Mask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18020" y="1188720"/>
            <a:ext cx="685800" cy="480060"/>
          </a:xfrm>
          <a:prstGeom prst="roundRect">
            <a:avLst>
              <a:gd name="adj" fmla="val 19048"/>
            </a:avLst>
          </a:prstGeom>
          <a:solidFill>
            <a:srgbClr val="FD79A8">
              <a:alpha val="85000"/>
            </a:srgbClr>
          </a:solidFill>
          <a:ln w="25400">
            <a:solidFill>
              <a:srgbClr val="FD79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圆角矩形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 Rect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440180" y="3200400"/>
            <a:ext cx="685800" cy="685800"/>
          </a:xfrm>
          <a:prstGeom prst="rect">
            <a:avLst/>
          </a:prstGeom>
          <a:solidFill>
            <a:srgbClr val="E17055">
              <a:alpha val="15000"/>
            </a:srgbClr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40180" y="3200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17055"/>
                </a:solidFill>
              </a:rPr>
              <a:t>▲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0292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Triangle Mask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29100" y="3200400"/>
            <a:ext cx="685800" cy="685800"/>
          </a:xfrm>
          <a:prstGeom prst="ellipse">
            <a:avLst/>
          </a:prstGeom>
          <a:solidFill>
            <a:srgbClr val="0984E3">
              <a:alpha val="85000"/>
            </a:srgbClr>
          </a:solidFill>
          <a:ln w="25400">
            <a:solidFill>
              <a:srgbClr val="0984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渐变蒙版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Mask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30175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18020" y="3200400"/>
            <a:ext cx="685800" cy="685800"/>
          </a:xfrm>
          <a:prstGeom prst="ellipse">
            <a:avLst/>
          </a:prstGeom>
          <a:solidFill>
            <a:srgbClr val="2D3436">
              <a:alpha val="85000"/>
            </a:srgbClr>
          </a:solidFill>
          <a:ln w="25400">
            <a:solidFill>
              <a:srgbClr val="2D34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阴影蒙版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076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Mask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支持多种几何形状蒙版 · 渐变填充 · 阴影叠加 · 透明度控制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6C5CE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1463040"/>
            <a:ext cx="2194560" cy="2194560"/>
          </a:xfrm>
          <a:prstGeom prst="ellipse">
            <a:avLst/>
          </a:prstGeom>
          <a:solidFill>
            <a:srgbClr val="00CEC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3291840"/>
            <a:ext cx="1828800" cy="36576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PPT-Master  ·  图片蒙版系统 P2  ·  智能创意设计平台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420624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6C5CE7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4206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v10.43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P2 - 图片蒙版系统</dc:title>
  <dc:subject>PptxGenJS Presentation</dc:subject>
  <dc:creator>PPT-Master</dc:creator>
  <cp:lastModifiedBy>PPT-Master</cp:lastModifiedBy>
  <cp:revision>1</cp:revision>
  <dcterms:created xsi:type="dcterms:W3CDTF">2026-05-15T13:56:32Z</dcterms:created>
  <dcterms:modified xsi:type="dcterms:W3CDTF">2026-05-15T13:56:32Z</dcterms:modified>
</cp:coreProperties>
</file>