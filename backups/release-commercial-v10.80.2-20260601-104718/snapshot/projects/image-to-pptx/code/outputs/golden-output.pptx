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71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AI人工智能改变生活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科普演讲PPT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什么是人工智能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AI发展历程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AI在日常生活中的应用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智能语音助手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智能推荐系统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自动驾驶技术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AI与医疗健康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AI与教育变革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AI的未来展望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核心要点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