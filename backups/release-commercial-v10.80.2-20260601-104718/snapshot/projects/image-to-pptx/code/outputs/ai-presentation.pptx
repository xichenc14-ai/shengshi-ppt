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71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我需要一个关于AI人工智能改变生活的科普演讲PPT，10页，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86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通用汇报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第1页内容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第2页内容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第3页内容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第4页内容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第5页内容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第6页内容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第7页内容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第8页内容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第9页内容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第10页内容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97401874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1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2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要点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